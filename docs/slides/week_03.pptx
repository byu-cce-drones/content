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Format for every question slide today: groups of 2–3 talk for the time given, then one group answers and the class discusses. Not a quiz. Reveal on the next slide.
Regulations are 48 % of the Part 107 knowledge test, so today is exam preparation too. Week 9 reviews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Groups 1.5 min, then class.
Likely answer: "Yes, a drone is a drone."
Follow-up: "What changes if nobody pays you, but it is for a class project?"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Groups 1 min, then class.
Likely answer: A.
Follow-up: "How high could you go over a 1,000 ft tower?"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Groups 1 min, then class.
Likely answer: A or C. Many study guides still say daylight only; the rule changed in 2021.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Groups 2 min, then class.
Likely answer: "Yes, with LAANC" — campus is Class D, so students who listened will reach for LAANC.
Follow-up: "What if the game ended two hours ago?"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Groups 1.5 min, then class.
Likely answer: A.
This is the most-missed topic on the real test — about three in four people get it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Groups 1 min, then class.
Likely answer: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Groups 1.5 min, then class.
Likely answers: "nobody", "the police", or "the NTSB".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Groups 2 min, then class.
Likely answer: "Chase it." Running after a drone while looking up is how people get hurt.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FAA Rules for Drone Pilots</dc:title>
  <dc:subject>PptxGenJS Presentation</dc:subject>
  <dc:creator>Created by Marp</dc:creator>
  <cp:lastModifiedBy>Created by Marp</cp:lastModifiedBy>
  <cp:revision>1</cp:revision>
  <dcterms:created xsi:type="dcterms:W3CDTF">2026-10-20T16:57:01Z</dcterms:created>
  <dcterms:modified xsi:type="dcterms:W3CDTF">2026-10-20T16:57:01Z</dcterms:modified>
</cp:coreProperties>
</file>