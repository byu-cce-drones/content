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Format for every question slide today: groups of 2–3 talk for the time given, then one group answers and the class discusses. Not a quiz. Reveal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Groups 1.5 min, then class.
Likely answer: A, because Week 7 showed DTMs and students assume software can strip trees anywhere.
Follow-up: "What would you need to see the ground under a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the gas detector here: methane at landfills, wastewater plants and pipelines. More on the "other sensors" slide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Groups 1 min, then class.
Likely answer: B. "Lasers penetrate" sounds right.
Follow-up: "Then why do winter flights work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2 min, then class.
Likely answers: 0 ("leaves block lasers") or 200 ("LiDAR sees through").
Follow-up: "What if it's a dense evergreen with 2 %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Groups 2 min, then class.
Likely answer: "Hardly anywhere — bushes are small."
This is the drainage activity at the end of the LiDAR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Groups 1 min, then class.
Likely answer: A, from movies.
Follow-up: "So what would the leak look like on the wall's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Groups 1.5 min, then class.
Likely answer: A.
Follow-up: "What would you check on the camera before takeoff?"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the save format before takeoff, the same way you check the gimbal.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Groups 2 min, then class.
Likely answers: puddles, a glitch, "cold cars".
Follow-up: "What would they look like an hour later, once the sun has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Groups 2 min, then class.
Likely answers: "Trust it, it's the instrument" or "the camera is broken."
This is our own data, and the reading really was wrong. Let them argue before the reveal.
The conversion itself is verified against Autel's SDK (autel-thermal project, FINDINGS.md); the cause was the camera's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autel-thermal FINDINGS.md section 3. Frames IRX_0001-0036 carry a ~30 C top-to-bottom ramp that vanishes between IRX_0036 and IRX_0037 with no change in height, pitch or heading: the microbolometer's non-uniformity correction catching up after a cold start. Air at KPVU was 5.2 C at 09:25.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Groups of 3, 3 min, then class.
Likely answers: "Yes, we can see damage" and "at dawn, when it's coldest."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3 min, then class. Illustrative numbers.
Likely answer: B, because its raw NIR is the lowest.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Groups 1.5 min, then class.
Likely answer: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Groups 1.5 min, then class.
Likely answer: A. Students over-apply "ratios cancel the lighting".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GPR: soil sets the depth, not the sensor. Wet clay can cut it to under a metre; dry sand allows several. Drone GPR flies within about a metre of the ground; most GPR is still pushed on a cart.
InSAR: a satellite product you download (USGS uses it for subsidence from groundwater pumping). It is the "radar" in most subsidence stories.
Magnetometer: ferrous metal only. DOE's NETL switched from helicopters to drones around 2015 to find undocumented oil and gas wells.
Gravimeter: drone systems err by about 0.5-3 mGal; a sinkhole void is about 0.01-0.13 mGal. Ground surveys can find voids by gravity; drones cannot yet.
Methane laser: reads concentration times path length (ppm·m), not a point value; a leak rate needs wind and a model.
Hyperspectral: 100+ narrow bands against multispectral's 4-10; gigabytes per flight.
Water depth: green LiDAR reaches about twice the Secchi depth in clear water; tethered sonar works in muddy water.
Air quality: finds the plume; weak for compliance numbers.
Gamma: legacy uranium mines on the Colorado Plateau.
Sources: .claude/local/scratch/week08_check/other_sensors.md in the course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Groups 2 min, then class.
Likely answer: GPR, because "radar sees underground".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group takes all four; one group reports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the Camera</dc:title>
  <dc:subject>PptxGenJS Presentation</dc:subject>
  <dc:creator>Created by Marp</dc:creator>
  <cp:lastModifiedBy>Created by Marp</cp:lastModifiedBy>
  <cp:revision>1</cp:revision>
  <dcterms:created xsi:type="dcterms:W3CDTF">2026-10-20T21:38:38Z</dcterms:created>
  <dcterms:modified xsi:type="dcterms:W3CDTF">2026-10-20T21:38:38Z</dcterms:modified>
</cp:coreProperties>
</file>