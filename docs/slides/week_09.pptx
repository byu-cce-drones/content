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for every question slide today: groups of 2–3, then one group answers and the class discusses. Questions marked "FAA sample" are adapted from the FAA's published UAG sample question set (public domain), keeping its answer choices; the others are written for this course in the same style.
Slides tagged "Seen in Week 3" are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from PSI's applicant bulletin, effective 29 September 2025. Older study guides still show the previous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red 2, then at the airport symbol and its label block (elevation, runway length, CTAF with the C in a circle). Every chart question on the test starts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3 minutes for all six. Then read out answers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1 min, then class. Seen in Week 3.
This is the most-missed item on the real test — about three in four people get it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Seen in Week 3. Walk the four cards left to right, then the amber strip: the manufacturer declares, the FAA accepts, the pilot checks the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 sample question, adapted. Groups 1 min.
Likely answer: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 sample question, adapted (Figure 23, area 3). Groups 1.5 min.
Likely answer: A — students forget chart altitudes are MSL.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airport data block in the lower right of the crop, then at an obstacle near the shelf. Obstacle numbers: bold = top in MSL, (brackets) = height above ground. Top minus height = ground elevation. Contour tints and spot elevations also give ground height, but on the test the airport block and obstacles are quickest.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 sample question, adapted (Figure 26, area 4). Groups 1.5 min.
Likely answer: "nothing" — students who miss the dashed magenta line think it is uncontrolled.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 sample question, adapted (Figure 59, area 2). Groups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2 min, then class. Follow-on discussion, not an FAA sample question.
Likely answers: "No, it's military airspace" or "Yes, we're below 400 ft so we're fine."
Both miss the point: legal, but you must manage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 sample question, adapted (Figure 21). Groups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Beginners have never seen either word. A TFR is the restriction; a NOTAM is the message that announces it (and other temporary changes, like a closed runway or a crane near an airport).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 sample question, adapted (Figure 22, area 2). Groups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 sample question 18, word for word (UAG sample set, public domain; ACS code UA.V.A.K3). Pairs 2 min: find the runway on the chart, draw the landing direction toward 130 degrees, turn left four times. The previous slide (Figure 11c) is the worked picture; ask them to apply it to this chart without looking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Figure 26 crop as the question, with the left-hand pattern for runway 13 sketched on it (not to scale). Trace it with the class: land toward 130, upwind, turn left onto crosswind, left onto downwind heading 310 (the north-east side), then base and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 sample question 16, word for word (UAG sample set, public domain; ACS code UA.V.D.K4). Groups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question. Groups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 sample question 25, word for word (UAG sample set, public domain). Groups 1.5 min.
The first skill is finding the right line: five reports, one for Midway. Then read it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 sample question, adapted (Figure 2). Pairs 2 min. Calculator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Passing the Part 107 Test</dc:title>
  <dc:subject>PptxGenJS Presentation</dc:subject>
  <dc:creator>Created by Marp</dc:creator>
  <cp:lastModifiedBy>Created by Marp</cp:lastModifiedBy>
  <cp:revision>1</cp:revision>
  <dcterms:created xsi:type="dcterms:W3CDTF">2026-10-27T14:41:58Z</dcterms:created>
  <dcterms:modified xsi:type="dcterms:W3CDTF">2026-10-27T14:41:58Z</dcterms:modified>
</cp:coreProperties>
</file>