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 for every question slide today: groups of 2–3, then one group answers and the class discusses. Questions marked "FAA sample" are adapted from the FAA's published UAG sample question set (public domain), keeping its answer choices; the others are written for this course in the same style.
Slides tagged "Seen in Week 3" are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Weights from PSI's applicant bulletin, effective 29 September 2025. Older study guides still show the previous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3 minutes for all six. Then read out answers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 min, then class. Seen in Week 3.
This is the most-missed item on the real test — about three in four people get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Groups 1 min.
Likely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23, area 3). Groups 1.5 min.
Likely answer: A — students forget chart altitudes are MSL.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26, area 4). Groups 1.5 min.
Likely answer: "nothing" — students who miss the dashed magenta line think it is uncontrolled.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59, area 2).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21).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22, area 2).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26, area 2). Pairs 2 min: draw the runway, then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question.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12). Groups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 Pairs 2 min. Calculator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Passing the Part 107 Test</dc:title>
  <dc:subject>PptxGenJS Presentation</dc:subject>
  <dc:creator>Created by Marp</dc:creator>
  <cp:lastModifiedBy>Created by Marp</cp:lastModifiedBy>
  <cp:revision>1</cp:revision>
  <dcterms:created xsi:type="dcterms:W3CDTF">2026-10-20T16:57:26Z</dcterms:created>
  <dcterms:modified xsi:type="dcterms:W3CDTF">2026-10-20T16:57:26Z</dcterms:modified>
</cp:coreProperties>
</file>